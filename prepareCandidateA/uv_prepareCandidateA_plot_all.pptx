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prepareCandidateA_plo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prepareCandidateA_plo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4824000"/>
          <a:ext cx="432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-7.7825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251.0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-9.4839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10.4045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404.0,251.0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-7.7896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7.7859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257.0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7.9820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330.0,257.0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-8.6485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9.4660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