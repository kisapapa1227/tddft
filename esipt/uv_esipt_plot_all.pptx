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4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5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8.4776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8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9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8.4909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4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5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1.5761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8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19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8.5492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2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2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-6.7752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364.0,293.0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_plot_all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_plot_all_2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-6.7272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371.0,287.0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