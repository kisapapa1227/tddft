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tddft-git_tddft_al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tddft-git_tddft_all_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472000"/>
          <a:ext cx="4320000" cy="6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6.7285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296.0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Indigo_pcm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6.7239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302.0,270.0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