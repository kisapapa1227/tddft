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v_esipt2_plot_al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" y="2672334"/>
            <a:ext cx="5293461" cy="3970096"/>
          </a:xfrm>
          <a:prstGeom prst="rect">
            <a:avLst/>
          </a:prstGeom>
        </p:spPr>
      </p:pic>
      <p:pic>
        <p:nvPicPr>
          <p:cNvPr id="3" name="Picture 2" descr="uv_esipt2_plot_all_1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566" y="1068933"/>
            <a:ext cx="4537252" cy="567156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000" y="5040000"/>
          <a:ext cx="432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00"/>
                <a:gridCol w="864000"/>
                <a:gridCol w="864000"/>
                <a:gridCol w="864000"/>
                <a:gridCol w="864000"/>
              </a:tblGrid>
              <a:tr h="216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HOMO (eV)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LUMO (eV)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gap (eV)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λmax(nm)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AAP_01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-7.1247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1.4239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8.5486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308.0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AAP_pyscf2.11_Numpy1.26.4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-7.1247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1.4239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8.5486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308.0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AAP_pyscf2.11_Numpy2.0.0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-7.1247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1.4239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8.5486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308.0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AAP_pyscf2.8_Numpy1.26.4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-7.1247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1.4239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8.5486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308.0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