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v_esipt2_plot_all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" y="2672334"/>
            <a:ext cx="5293461" cy="3970096"/>
          </a:xfrm>
          <a:prstGeom prst="rect">
            <a:avLst/>
          </a:prstGeom>
        </p:spPr>
      </p:pic>
      <p:pic>
        <p:nvPicPr>
          <p:cNvPr id="3" name="Picture 2" descr="uv_esipt2_plot_all_1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566" y="1068933"/>
            <a:ext cx="4537252" cy="567156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0000" y="5688000"/>
          <a:ext cx="432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216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LUMO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gap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λmax(nm)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AAP_01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-7.1247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1.4239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8.5486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308.0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v_esipt2_plot_all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" y="2672334"/>
            <a:ext cx="5293461" cy="3970096"/>
          </a:xfrm>
          <a:prstGeom prst="rect">
            <a:avLst/>
          </a:prstGeom>
        </p:spPr>
      </p:pic>
      <p:pic>
        <p:nvPicPr>
          <p:cNvPr id="3" name="Picture 2" descr="uv_esipt2_plot_all_2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566" y="1068933"/>
            <a:ext cx="4537252" cy="567156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0000" y="5688000"/>
          <a:ext cx="432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216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LUMO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gap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λmax(nm)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AAP_02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-7.1135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1.4295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8.5430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308.0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v_esipt2_plot_all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" y="2672334"/>
            <a:ext cx="5293461" cy="3970096"/>
          </a:xfrm>
          <a:prstGeom prst="rect">
            <a:avLst/>
          </a:prstGeom>
        </p:spPr>
      </p:pic>
      <p:pic>
        <p:nvPicPr>
          <p:cNvPr id="3" name="Picture 2" descr="uv_esipt2_plot_all_3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566" y="1068933"/>
            <a:ext cx="4537252" cy="567156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0000" y="5688000"/>
          <a:ext cx="432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216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LUMO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gap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λmax(nm)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AAP_03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-7.0837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1.4455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8.5292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311.0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v_esipt2_plot_all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" y="2672334"/>
            <a:ext cx="5293461" cy="3970096"/>
          </a:xfrm>
          <a:prstGeom prst="rect">
            <a:avLst/>
          </a:prstGeom>
        </p:spPr>
      </p:pic>
      <p:pic>
        <p:nvPicPr>
          <p:cNvPr id="3" name="Picture 2" descr="uv_esipt2_plot_all_4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566" y="1068933"/>
            <a:ext cx="4537252" cy="567156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0000" y="5688000"/>
          <a:ext cx="432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216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LUMO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gap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λmax(nm)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AAP_04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-7.0497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1.4655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8.5152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316.0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v_esipt2_plot_all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" y="2672334"/>
            <a:ext cx="5293461" cy="3970096"/>
          </a:xfrm>
          <a:prstGeom prst="rect">
            <a:avLst/>
          </a:prstGeom>
        </p:spPr>
      </p:pic>
      <p:pic>
        <p:nvPicPr>
          <p:cNvPr id="3" name="Picture 2" descr="uv_esipt2_plot_all_5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566" y="1068933"/>
            <a:ext cx="4537252" cy="567156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0000" y="5688000"/>
          <a:ext cx="432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216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LUMO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gap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λmax(nm)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AAP_05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-7.0087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1.4923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8.5010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323.0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v_esipt2_plot_all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" y="2672334"/>
            <a:ext cx="5293461" cy="3970096"/>
          </a:xfrm>
          <a:prstGeom prst="rect">
            <a:avLst/>
          </a:prstGeom>
        </p:spPr>
      </p:pic>
      <p:pic>
        <p:nvPicPr>
          <p:cNvPr id="3" name="Picture 2" descr="uv_esipt2_plot_all_6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566" y="1068933"/>
            <a:ext cx="4537252" cy="567156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0000" y="5688000"/>
          <a:ext cx="432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216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LUMO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gap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λmax(nm)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AAP_06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-6.9580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1.5300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8.4880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332.0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v_esipt2_plot_all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" y="2672334"/>
            <a:ext cx="5293461" cy="3970096"/>
          </a:xfrm>
          <a:prstGeom prst="rect">
            <a:avLst/>
          </a:prstGeom>
        </p:spPr>
      </p:pic>
      <p:pic>
        <p:nvPicPr>
          <p:cNvPr id="3" name="Picture 2" descr="uv_esipt2_plot_all_7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566" y="1068933"/>
            <a:ext cx="4537252" cy="567156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0000" y="5688000"/>
          <a:ext cx="432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216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LUMO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gap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λmax(nm)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AAP_07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-6.9029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1.5811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8.4839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343.0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v_esipt2_plot_all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" y="2672334"/>
            <a:ext cx="5293461" cy="3970096"/>
          </a:xfrm>
          <a:prstGeom prst="rect">
            <a:avLst/>
          </a:prstGeom>
        </p:spPr>
      </p:pic>
      <p:pic>
        <p:nvPicPr>
          <p:cNvPr id="3" name="Picture 2" descr="uv_esipt2_plot_all_8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566" y="1068933"/>
            <a:ext cx="4537252" cy="567156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0000" y="5688000"/>
          <a:ext cx="432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216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LUMO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gap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λmax(nm)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AAP_08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-6.8658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1.6323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8.4980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351.0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v_esipt2_plot_all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" y="2672334"/>
            <a:ext cx="5293461" cy="3970096"/>
          </a:xfrm>
          <a:prstGeom prst="rect">
            <a:avLst/>
          </a:prstGeom>
        </p:spPr>
      </p:pic>
      <p:pic>
        <p:nvPicPr>
          <p:cNvPr id="3" name="Picture 2" descr="uv_esipt2_plot_all_9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566" y="1068933"/>
            <a:ext cx="4537252" cy="567156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0000" y="5688000"/>
          <a:ext cx="432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216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LUMO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gap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λmax(nm)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AAP_09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-6.8507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1.6702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8.5209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355.0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v_esipt2_plot_all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" y="2672334"/>
            <a:ext cx="5293461" cy="3970096"/>
          </a:xfrm>
          <a:prstGeom prst="rect">
            <a:avLst/>
          </a:prstGeom>
        </p:spPr>
      </p:pic>
      <p:pic>
        <p:nvPicPr>
          <p:cNvPr id="3" name="Picture 2" descr="uv_esipt2_plot_all_10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566" y="1068933"/>
            <a:ext cx="4537252" cy="567156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0000" y="5688000"/>
          <a:ext cx="432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216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LUMO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gap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λmax(nm)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AAP_10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-6.8447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1.6975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8.5422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356.0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v_esipt2_plot_all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" y="2672334"/>
            <a:ext cx="5293461" cy="3970096"/>
          </a:xfrm>
          <a:prstGeom prst="rect">
            <a:avLst/>
          </a:prstGeom>
        </p:spPr>
      </p:pic>
      <p:pic>
        <p:nvPicPr>
          <p:cNvPr id="3" name="Picture 2" descr="uv_esipt2_plot_all_11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566" y="1068933"/>
            <a:ext cx="4537252" cy="567156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0000" y="5688000"/>
          <a:ext cx="432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216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LUMO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gap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λmax(nm)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AAP_11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-6.8418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1.7184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8.5602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356.0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v_esipt2_plot_all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" y="2672334"/>
            <a:ext cx="5293461" cy="3970096"/>
          </a:xfrm>
          <a:prstGeom prst="rect">
            <a:avLst/>
          </a:prstGeom>
        </p:spPr>
      </p:pic>
      <p:pic>
        <p:nvPicPr>
          <p:cNvPr id="3" name="Picture 2" descr="uv_esipt2_plot_all_12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566" y="1068933"/>
            <a:ext cx="4537252" cy="567156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0000" y="5688000"/>
          <a:ext cx="432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216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LUMO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gap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λmax(nm)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AAP_12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-6.8395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1.7356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8.5751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356.0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v_esipt2_plot_all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" y="2672334"/>
            <a:ext cx="5293461" cy="3970096"/>
          </a:xfrm>
          <a:prstGeom prst="rect">
            <a:avLst/>
          </a:prstGeom>
        </p:spPr>
      </p:pic>
      <p:pic>
        <p:nvPicPr>
          <p:cNvPr id="3" name="Picture 2" descr="uv_esipt2_plot_all_13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566" y="1068933"/>
            <a:ext cx="4537252" cy="567156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0000" y="5688000"/>
          <a:ext cx="432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216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LUMO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gap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λmax(nm)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AAP_13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-6.8376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1.7503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8.5879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356.0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v_esipt2_plot_all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" y="2672334"/>
            <a:ext cx="5293461" cy="3970096"/>
          </a:xfrm>
          <a:prstGeom prst="rect">
            <a:avLst/>
          </a:prstGeom>
        </p:spPr>
      </p:pic>
      <p:pic>
        <p:nvPicPr>
          <p:cNvPr id="3" name="Picture 2" descr="uv_esipt2_plot_all_14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566" y="1068933"/>
            <a:ext cx="4537252" cy="567156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0000" y="5688000"/>
          <a:ext cx="432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216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LUMO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gap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λmax(nm)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AAP_14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-6.8352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1.7633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8.5985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356.0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v_esipt2_plot_all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" y="2672334"/>
            <a:ext cx="5293461" cy="3970096"/>
          </a:xfrm>
          <a:prstGeom prst="rect">
            <a:avLst/>
          </a:prstGeom>
        </p:spPr>
      </p:pic>
      <p:pic>
        <p:nvPicPr>
          <p:cNvPr id="3" name="Picture 2" descr="uv_esipt2_plot_all_15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566" y="1068933"/>
            <a:ext cx="4537252" cy="567156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0000" y="5688000"/>
          <a:ext cx="432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216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LUMO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gap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λmax(nm)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AAP_15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-6.8330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1.7751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8.6081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356.0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v_esipt2_plot_all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" y="2672334"/>
            <a:ext cx="5293461" cy="3970096"/>
          </a:xfrm>
          <a:prstGeom prst="rect">
            <a:avLst/>
          </a:prstGeom>
        </p:spPr>
      </p:pic>
      <p:pic>
        <p:nvPicPr>
          <p:cNvPr id="3" name="Picture 2" descr="uv_esipt2_plot_all_16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566" y="1068933"/>
            <a:ext cx="4537252" cy="567156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0000" y="5688000"/>
          <a:ext cx="432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216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LUMO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gap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λmax(nm)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AAP_16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-6.8302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1.7860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8.6163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356.0,279.0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v_esipt2_plot_all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" y="2672334"/>
            <a:ext cx="5293461" cy="3970096"/>
          </a:xfrm>
          <a:prstGeom prst="rect">
            <a:avLst/>
          </a:prstGeom>
        </p:spPr>
      </p:pic>
      <p:pic>
        <p:nvPicPr>
          <p:cNvPr id="3" name="Picture 2" descr="uv_esipt2_plot_all_17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566" y="1068933"/>
            <a:ext cx="4537252" cy="567156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0000" y="5688000"/>
          <a:ext cx="432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216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LUMO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gap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λmax(nm)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AAP_17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-6.8273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1.7961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8.6233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356.0,281.0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v_esipt2_plot_all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" y="2672334"/>
            <a:ext cx="5293461" cy="3970096"/>
          </a:xfrm>
          <a:prstGeom prst="rect">
            <a:avLst/>
          </a:prstGeom>
        </p:spPr>
      </p:pic>
      <p:pic>
        <p:nvPicPr>
          <p:cNvPr id="3" name="Picture 2" descr="uv_esipt2_plot_all_18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566" y="1068933"/>
            <a:ext cx="4537252" cy="567156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0000" y="5688000"/>
          <a:ext cx="432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216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LUMO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gap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λmax(nm)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AAP_18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-6.8251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1.8062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8.6313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355.0,282.0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v_esipt2_plot_all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" y="2672334"/>
            <a:ext cx="5293461" cy="3970096"/>
          </a:xfrm>
          <a:prstGeom prst="rect">
            <a:avLst/>
          </a:prstGeom>
        </p:spPr>
      </p:pic>
      <p:pic>
        <p:nvPicPr>
          <p:cNvPr id="3" name="Picture 2" descr="uv_esipt2_plot_all_19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566" y="1068933"/>
            <a:ext cx="4537252" cy="567156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0000" y="5688000"/>
          <a:ext cx="432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216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LUMO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gap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λmax(nm)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AAP_19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-6.8214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1.8147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8.6361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355.0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v_esipt2_plot_all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" y="2672334"/>
            <a:ext cx="5293461" cy="3970096"/>
          </a:xfrm>
          <a:prstGeom prst="rect">
            <a:avLst/>
          </a:prstGeom>
        </p:spPr>
      </p:pic>
      <p:pic>
        <p:nvPicPr>
          <p:cNvPr id="3" name="Picture 2" descr="uv_esipt2_plot_all_20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566" y="1068933"/>
            <a:ext cx="4537252" cy="567156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0000" y="5688000"/>
          <a:ext cx="432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216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LUMO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gap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λmax(nm)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AAP_20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-6.8182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1.8233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8.6415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354.0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v_esipt2_plot_all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" y="2672334"/>
            <a:ext cx="5293461" cy="3970096"/>
          </a:xfrm>
          <a:prstGeom prst="rect">
            <a:avLst/>
          </a:prstGeom>
        </p:spPr>
      </p:pic>
      <p:pic>
        <p:nvPicPr>
          <p:cNvPr id="3" name="Picture 2" descr="uv_esipt2_plot_all_21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566" y="1068933"/>
            <a:ext cx="4537252" cy="567156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0000" y="5688000"/>
          <a:ext cx="432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216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LUMO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gap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λmax(nm)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AAP_21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-6.8152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1.8314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8.6466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354.0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v_esipt2_plot_all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04" y="2672334"/>
            <a:ext cx="5293461" cy="3970096"/>
          </a:xfrm>
          <a:prstGeom prst="rect">
            <a:avLst/>
          </a:prstGeom>
        </p:spPr>
      </p:pic>
      <p:pic>
        <p:nvPicPr>
          <p:cNvPr id="3" name="Picture 2" descr="uv_esipt2_plot_all_22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566" y="1068933"/>
            <a:ext cx="4537252" cy="567156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60000" y="5688000"/>
          <a:ext cx="4320000" cy="4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00"/>
                <a:gridCol w="864000"/>
                <a:gridCol w="864000"/>
                <a:gridCol w="864000"/>
                <a:gridCol w="864000"/>
              </a:tblGrid>
              <a:tr h="216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HOMO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LUMO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gap (eV)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λmax(nm)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AAP_22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-6.8117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1.8390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8.6507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354.0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