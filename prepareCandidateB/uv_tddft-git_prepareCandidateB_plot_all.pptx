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6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v_tddft-git_prepareCandidateB_plot_al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tddft-git_prepareCandidateB_plot_all_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089042"/>
              </p:ext>
            </p:extLst>
          </p:nvPr>
        </p:nvGraphicFramePr>
        <p:xfrm>
          <a:off x="5293461" y="5017340"/>
          <a:ext cx="529346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1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-9.0728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-1.0329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8.0398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-8.4279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8.6480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-8.7432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-0.2186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-8.7822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9.0228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368.0,296.0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-8.4348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-0.3928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8.0421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339.0,262.0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-9.3206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-0.8555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263.0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v_tddft-git_prepareCandidateB_plot_al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tddft-git_prepareCandidateB_plot_all_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266357"/>
              </p:ext>
            </p:extLst>
          </p:nvPr>
        </p:nvGraphicFramePr>
        <p:xfrm>
          <a:off x="5662136" y="4686414"/>
          <a:ext cx="432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-8.7584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-0.1269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8.6315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-8.6095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-0.1458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-8.9181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-0.3989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288.0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-8.5418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0.3550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8.8967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-8.5531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furan-derivative-13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-8.7000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-0.8830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7.8169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258.0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112</Words>
  <Application>Microsoft Office PowerPoint</Application>
  <PresentationFormat>ユーザー設定</PresentationFormat>
  <Paragraphs>67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komai.yutaka.6x@ms.c.kyoto-u.ac.jp</cp:lastModifiedBy>
  <cp:revision>2</cp:revision>
  <dcterms:created xsi:type="dcterms:W3CDTF">2013-01-27T09:14:16Z</dcterms:created>
  <dcterms:modified xsi:type="dcterms:W3CDTF">2026-01-21T09:14:03Z</dcterms:modified>
  <cp:category/>
</cp:coreProperties>
</file>